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9" r:id="rId4"/>
    <p:sldId id="262" r:id="rId5"/>
    <p:sldId id="264" r:id="rId6"/>
    <p:sldId id="266" r:id="rId7"/>
    <p:sldId id="267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8E8C7-AD85-4DF5-BA89-C037D9A5445A}" v="5" dt="2026-05-13T17:29:00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warireddyops@outlook.com" userId="e86fa4af96d1ebc5" providerId="LiveId" clId="{14C41556-12A4-4AC4-947B-9F98EBAD3DA5}"/>
    <pc:docChg chg="undo custSel addSld delSld modSld sldOrd">
      <pc:chgData name="maheshwarireddyops@outlook.com" userId="e86fa4af96d1ebc5" providerId="LiveId" clId="{14C41556-12A4-4AC4-947B-9F98EBAD3DA5}" dt="2026-05-13T17:38:55.056" v="2499" actId="255"/>
      <pc:docMkLst>
        <pc:docMk/>
      </pc:docMkLst>
      <pc:sldChg chg="modSp mod">
        <pc:chgData name="maheshwarireddyops@outlook.com" userId="e86fa4af96d1ebc5" providerId="LiveId" clId="{14C41556-12A4-4AC4-947B-9F98EBAD3DA5}" dt="2026-05-13T17:38:55.056" v="2499" actId="255"/>
        <pc:sldMkLst>
          <pc:docMk/>
          <pc:sldMk cId="1855271437" sldId="256"/>
        </pc:sldMkLst>
        <pc:spChg chg="mod">
          <ac:chgData name="maheshwarireddyops@outlook.com" userId="e86fa4af96d1ebc5" providerId="LiveId" clId="{14C41556-12A4-4AC4-947B-9F98EBAD3DA5}" dt="2026-05-13T17:38:55.056" v="2499" actId="255"/>
          <ac:spMkLst>
            <pc:docMk/>
            <pc:sldMk cId="1855271437" sldId="256"/>
            <ac:spMk id="2" creationId="{AF31DF19-D66B-4831-A10F-F747A38A7691}"/>
          </ac:spMkLst>
        </pc:spChg>
      </pc:sldChg>
      <pc:sldChg chg="del ord">
        <pc:chgData name="maheshwarireddyops@outlook.com" userId="e86fa4af96d1ebc5" providerId="LiveId" clId="{14C41556-12A4-4AC4-947B-9F98EBAD3DA5}" dt="2026-05-13T17:21:47.004" v="1626" actId="2696"/>
        <pc:sldMkLst>
          <pc:docMk/>
          <pc:sldMk cId="3710794917" sldId="258"/>
        </pc:sldMkLst>
      </pc:sldChg>
      <pc:sldChg chg="del">
        <pc:chgData name="maheshwarireddyops@outlook.com" userId="e86fa4af96d1ebc5" providerId="LiveId" clId="{14C41556-12A4-4AC4-947B-9F98EBAD3DA5}" dt="2026-05-13T17:22:45.197" v="1633" actId="2696"/>
        <pc:sldMkLst>
          <pc:docMk/>
          <pc:sldMk cId="445440986" sldId="260"/>
        </pc:sldMkLst>
      </pc:sldChg>
      <pc:sldChg chg="del">
        <pc:chgData name="maheshwarireddyops@outlook.com" userId="e86fa4af96d1ebc5" providerId="LiveId" clId="{14C41556-12A4-4AC4-947B-9F98EBAD3DA5}" dt="2026-05-13T17:22:35.339" v="1632" actId="2696"/>
        <pc:sldMkLst>
          <pc:docMk/>
          <pc:sldMk cId="3728486977" sldId="261"/>
        </pc:sldMkLst>
      </pc:sldChg>
      <pc:sldChg chg="modSp del mod ord">
        <pc:chgData name="maheshwarireddyops@outlook.com" userId="e86fa4af96d1ebc5" providerId="LiveId" clId="{14C41556-12A4-4AC4-947B-9F98EBAD3DA5}" dt="2026-05-13T17:22:20.897" v="1630" actId="2696"/>
        <pc:sldMkLst>
          <pc:docMk/>
          <pc:sldMk cId="2473251331" sldId="263"/>
        </pc:sldMkLst>
        <pc:spChg chg="mod">
          <ac:chgData name="maheshwarireddyops@outlook.com" userId="e86fa4af96d1ebc5" providerId="LiveId" clId="{14C41556-12A4-4AC4-947B-9F98EBAD3DA5}" dt="2026-05-13T17:14:26.340" v="1463" actId="20577"/>
          <ac:spMkLst>
            <pc:docMk/>
            <pc:sldMk cId="2473251331" sldId="263"/>
            <ac:spMk id="2" creationId="{BF834424-3605-8997-E551-D9891CEB6BB6}"/>
          </ac:spMkLst>
        </pc:spChg>
        <pc:spChg chg="mod">
          <ac:chgData name="maheshwarireddyops@outlook.com" userId="e86fa4af96d1ebc5" providerId="LiveId" clId="{14C41556-12A4-4AC4-947B-9F98EBAD3DA5}" dt="2026-05-13T16:57:36.403" v="587"/>
          <ac:spMkLst>
            <pc:docMk/>
            <pc:sldMk cId="2473251331" sldId="263"/>
            <ac:spMk id="3" creationId="{F3602831-FB9E-AA83-B7B7-215103CF5CD2}"/>
          </ac:spMkLst>
        </pc:spChg>
      </pc:sldChg>
      <pc:sldChg chg="addSp delSp modSp new mod">
        <pc:chgData name="maheshwarireddyops@outlook.com" userId="e86fa4af96d1ebc5" providerId="LiveId" clId="{14C41556-12A4-4AC4-947B-9F98EBAD3DA5}" dt="2026-05-13T11:46:05.570" v="476" actId="14100"/>
        <pc:sldMkLst>
          <pc:docMk/>
          <pc:sldMk cId="3131106284" sldId="264"/>
        </pc:sldMkLst>
        <pc:spChg chg="mod">
          <ac:chgData name="maheshwarireddyops@outlook.com" userId="e86fa4af96d1ebc5" providerId="LiveId" clId="{14C41556-12A4-4AC4-947B-9F98EBAD3DA5}" dt="2026-05-13T11:42:50.365" v="142"/>
          <ac:spMkLst>
            <pc:docMk/>
            <pc:sldMk cId="3131106284" sldId="264"/>
            <ac:spMk id="2" creationId="{7A794159-D589-43C8-1320-E6BAAC7138B6}"/>
          </ac:spMkLst>
        </pc:spChg>
        <pc:spChg chg="mod">
          <ac:chgData name="maheshwarireddyops@outlook.com" userId="e86fa4af96d1ebc5" providerId="LiveId" clId="{14C41556-12A4-4AC4-947B-9F98EBAD3DA5}" dt="2026-05-13T11:45:52.156" v="474" actId="20577"/>
          <ac:spMkLst>
            <pc:docMk/>
            <pc:sldMk cId="3131106284" sldId="264"/>
            <ac:spMk id="3" creationId="{DD349A12-F356-C50C-C683-457406956777}"/>
          </ac:spMkLst>
        </pc:spChg>
        <pc:spChg chg="del">
          <ac:chgData name="maheshwarireddyops@outlook.com" userId="e86fa4af96d1ebc5" providerId="LiveId" clId="{14C41556-12A4-4AC4-947B-9F98EBAD3DA5}" dt="2026-05-13T11:40:48.507" v="50" actId="931"/>
          <ac:spMkLst>
            <pc:docMk/>
            <pc:sldMk cId="3131106284" sldId="264"/>
            <ac:spMk id="4" creationId="{4ED22D8B-A899-7D7E-8AA1-4B7F372CD52E}"/>
          </ac:spMkLst>
        </pc:spChg>
        <pc:picChg chg="add mod ord">
          <ac:chgData name="maheshwarireddyops@outlook.com" userId="e86fa4af96d1ebc5" providerId="LiveId" clId="{14C41556-12A4-4AC4-947B-9F98EBAD3DA5}" dt="2026-05-13T11:46:05.570" v="476" actId="14100"/>
          <ac:picMkLst>
            <pc:docMk/>
            <pc:sldMk cId="3131106284" sldId="264"/>
            <ac:picMk id="6" creationId="{65819E08-40AB-6A55-EB53-7CB0BD777689}"/>
          </ac:picMkLst>
        </pc:picChg>
      </pc:sldChg>
      <pc:sldChg chg="new del">
        <pc:chgData name="maheshwarireddyops@outlook.com" userId="e86fa4af96d1ebc5" providerId="LiveId" clId="{14C41556-12A4-4AC4-947B-9F98EBAD3DA5}" dt="2026-05-13T17:22:15.839" v="1629" actId="2696"/>
        <pc:sldMkLst>
          <pc:docMk/>
          <pc:sldMk cId="980257019" sldId="265"/>
        </pc:sldMkLst>
      </pc:sldChg>
      <pc:sldChg chg="addSp delSp modSp new mod ord">
        <pc:chgData name="maheshwarireddyops@outlook.com" userId="e86fa4af96d1ebc5" providerId="LiveId" clId="{14C41556-12A4-4AC4-947B-9F98EBAD3DA5}" dt="2026-05-13T17:05:23.171" v="959" actId="14100"/>
        <pc:sldMkLst>
          <pc:docMk/>
          <pc:sldMk cId="3588193717" sldId="266"/>
        </pc:sldMkLst>
        <pc:spChg chg="mod">
          <ac:chgData name="maheshwarireddyops@outlook.com" userId="e86fa4af96d1ebc5" providerId="LiveId" clId="{14C41556-12A4-4AC4-947B-9F98EBAD3DA5}" dt="2026-05-13T16:58:09.983" v="591"/>
          <ac:spMkLst>
            <pc:docMk/>
            <pc:sldMk cId="3588193717" sldId="266"/>
            <ac:spMk id="2" creationId="{02FDF535-6EB9-5DE6-8DF1-B6AC896E7865}"/>
          </ac:spMkLst>
        </pc:spChg>
        <pc:spChg chg="mod">
          <ac:chgData name="maheshwarireddyops@outlook.com" userId="e86fa4af96d1ebc5" providerId="LiveId" clId="{14C41556-12A4-4AC4-947B-9F98EBAD3DA5}" dt="2026-05-13T17:05:23.171" v="959" actId="14100"/>
          <ac:spMkLst>
            <pc:docMk/>
            <pc:sldMk cId="3588193717" sldId="266"/>
            <ac:spMk id="3" creationId="{EA1D29B3-75D0-F878-6007-9A392A140544}"/>
          </ac:spMkLst>
        </pc:spChg>
        <pc:spChg chg="del">
          <ac:chgData name="maheshwarireddyops@outlook.com" userId="e86fa4af96d1ebc5" providerId="LiveId" clId="{14C41556-12A4-4AC4-947B-9F98EBAD3DA5}" dt="2026-05-13T16:56:18.097" v="575" actId="931"/>
          <ac:spMkLst>
            <pc:docMk/>
            <pc:sldMk cId="3588193717" sldId="266"/>
            <ac:spMk id="4" creationId="{61080337-E266-189F-49FE-991056E0AF7C}"/>
          </ac:spMkLst>
        </pc:spChg>
        <pc:spChg chg="add del mod">
          <ac:chgData name="maheshwarireddyops@outlook.com" userId="e86fa4af96d1ebc5" providerId="LiveId" clId="{14C41556-12A4-4AC4-947B-9F98EBAD3DA5}" dt="2026-05-13T16:57:49.477" v="589" actId="21"/>
          <ac:spMkLst>
            <pc:docMk/>
            <pc:sldMk cId="3588193717" sldId="266"/>
            <ac:spMk id="8" creationId="{5FD01ABA-F822-C157-5DAC-7F57FFDCBF71}"/>
          </ac:spMkLst>
        </pc:spChg>
        <pc:spChg chg="add del">
          <ac:chgData name="maheshwarireddyops@outlook.com" userId="e86fa4af96d1ebc5" providerId="LiveId" clId="{14C41556-12A4-4AC4-947B-9F98EBAD3DA5}" dt="2026-05-13T16:58:49.139" v="595" actId="22"/>
          <ac:spMkLst>
            <pc:docMk/>
            <pc:sldMk cId="3588193717" sldId="266"/>
            <ac:spMk id="10" creationId="{56619AE3-9D4D-A584-8532-155F4360E857}"/>
          </ac:spMkLst>
        </pc:spChg>
        <pc:picChg chg="add del mod ord">
          <ac:chgData name="maheshwarireddyops@outlook.com" userId="e86fa4af96d1ebc5" providerId="LiveId" clId="{14C41556-12A4-4AC4-947B-9F98EBAD3DA5}" dt="2026-05-13T16:57:49.477" v="589" actId="21"/>
          <ac:picMkLst>
            <pc:docMk/>
            <pc:sldMk cId="3588193717" sldId="266"/>
            <ac:picMk id="6" creationId="{150292E6-0C67-B7BC-288B-B8A4AC3E0103}"/>
          </ac:picMkLst>
        </pc:picChg>
      </pc:sldChg>
      <pc:sldChg chg="addSp delSp modSp new mod ord">
        <pc:chgData name="maheshwarireddyops@outlook.com" userId="e86fa4af96d1ebc5" providerId="LiveId" clId="{14C41556-12A4-4AC4-947B-9F98EBAD3DA5}" dt="2026-05-13T17:14:17.832" v="1462"/>
        <pc:sldMkLst>
          <pc:docMk/>
          <pc:sldMk cId="3504928950" sldId="267"/>
        </pc:sldMkLst>
        <pc:spChg chg="mod">
          <ac:chgData name="maheshwarireddyops@outlook.com" userId="e86fa4af96d1ebc5" providerId="LiveId" clId="{14C41556-12A4-4AC4-947B-9F98EBAD3DA5}" dt="2026-05-13T17:07:43.948" v="1005" actId="20577"/>
          <ac:spMkLst>
            <pc:docMk/>
            <pc:sldMk cId="3504928950" sldId="267"/>
            <ac:spMk id="2" creationId="{5715EAF3-F4C4-A656-64FE-E3E4E392F090}"/>
          </ac:spMkLst>
        </pc:spChg>
        <pc:spChg chg="mod">
          <ac:chgData name="maheshwarireddyops@outlook.com" userId="e86fa4af96d1ebc5" providerId="LiveId" clId="{14C41556-12A4-4AC4-947B-9F98EBAD3DA5}" dt="2026-05-13T17:12:51.926" v="1458" actId="20577"/>
          <ac:spMkLst>
            <pc:docMk/>
            <pc:sldMk cId="3504928950" sldId="267"/>
            <ac:spMk id="3" creationId="{064B7622-B9DC-5D0E-0AA6-94123DA48DF8}"/>
          </ac:spMkLst>
        </pc:spChg>
        <pc:spChg chg="del">
          <ac:chgData name="maheshwarireddyops@outlook.com" userId="e86fa4af96d1ebc5" providerId="LiveId" clId="{14C41556-12A4-4AC4-947B-9F98EBAD3DA5}" dt="2026-05-13T17:13:16.907" v="1459" actId="931"/>
          <ac:spMkLst>
            <pc:docMk/>
            <pc:sldMk cId="3504928950" sldId="267"/>
            <ac:spMk id="4" creationId="{1C142804-33D8-C2D2-3714-531053CD5EB4}"/>
          </ac:spMkLst>
        </pc:spChg>
        <pc:spChg chg="add del mod">
          <ac:chgData name="maheshwarireddyops@outlook.com" userId="e86fa4af96d1ebc5" providerId="LiveId" clId="{14C41556-12A4-4AC4-947B-9F98EBAD3DA5}" dt="2026-05-13T17:14:17.832" v="1462"/>
          <ac:spMkLst>
            <pc:docMk/>
            <pc:sldMk cId="3504928950" sldId="267"/>
            <ac:spMk id="8" creationId="{34431726-3999-B8B6-7A6E-C34DB2E2B44D}"/>
          </ac:spMkLst>
        </pc:spChg>
        <pc:picChg chg="add del mod ord">
          <ac:chgData name="maheshwarireddyops@outlook.com" userId="e86fa4af96d1ebc5" providerId="LiveId" clId="{14C41556-12A4-4AC4-947B-9F98EBAD3DA5}" dt="2026-05-13T17:13:40.461" v="1460" actId="21"/>
          <ac:picMkLst>
            <pc:docMk/>
            <pc:sldMk cId="3504928950" sldId="267"/>
            <ac:picMk id="6" creationId="{6AAB964F-3304-6C2A-671E-95FFE11721F2}"/>
          </ac:picMkLst>
        </pc:picChg>
        <pc:picChg chg="add mod ord">
          <ac:chgData name="maheshwarireddyops@outlook.com" userId="e86fa4af96d1ebc5" providerId="LiveId" clId="{14C41556-12A4-4AC4-947B-9F98EBAD3DA5}" dt="2026-05-13T17:14:17.832" v="1462"/>
          <ac:picMkLst>
            <pc:docMk/>
            <pc:sldMk cId="3504928950" sldId="267"/>
            <ac:picMk id="10" creationId="{CCC1250A-71B4-2CAB-D959-B30DCF504312}"/>
          </ac:picMkLst>
        </pc:picChg>
      </pc:sldChg>
      <pc:sldChg chg="new del">
        <pc:chgData name="maheshwarireddyops@outlook.com" userId="e86fa4af96d1ebc5" providerId="LiveId" clId="{14C41556-12A4-4AC4-947B-9F98EBAD3DA5}" dt="2026-05-13T17:22:24.787" v="1631" actId="2696"/>
        <pc:sldMkLst>
          <pc:docMk/>
          <pc:sldMk cId="1665076962" sldId="268"/>
        </pc:sldMkLst>
      </pc:sldChg>
      <pc:sldChg chg="addSp delSp modSp new mod ord">
        <pc:chgData name="maheshwarireddyops@outlook.com" userId="e86fa4af96d1ebc5" providerId="LiveId" clId="{14C41556-12A4-4AC4-947B-9F98EBAD3DA5}" dt="2026-05-13T17:22:07.907" v="1628"/>
        <pc:sldMkLst>
          <pc:docMk/>
          <pc:sldMk cId="421341027" sldId="269"/>
        </pc:sldMkLst>
        <pc:spChg chg="mod">
          <ac:chgData name="maheshwarireddyops@outlook.com" userId="e86fa4af96d1ebc5" providerId="LiveId" clId="{14C41556-12A4-4AC4-947B-9F98EBAD3DA5}" dt="2026-05-13T17:15:24.629" v="1499" actId="20577"/>
          <ac:spMkLst>
            <pc:docMk/>
            <pc:sldMk cId="421341027" sldId="269"/>
            <ac:spMk id="2" creationId="{A8D7D05A-C2C9-9B9E-B475-8855DC203B91}"/>
          </ac:spMkLst>
        </pc:spChg>
        <pc:spChg chg="mod">
          <ac:chgData name="maheshwarireddyops@outlook.com" userId="e86fa4af96d1ebc5" providerId="LiveId" clId="{14C41556-12A4-4AC4-947B-9F98EBAD3DA5}" dt="2026-05-13T17:20:31.851" v="1623" actId="20577"/>
          <ac:spMkLst>
            <pc:docMk/>
            <pc:sldMk cId="421341027" sldId="269"/>
            <ac:spMk id="3" creationId="{7E5ED742-761E-96AE-8261-FBFAEA23AF25}"/>
          </ac:spMkLst>
        </pc:spChg>
        <pc:spChg chg="del">
          <ac:chgData name="maheshwarireddyops@outlook.com" userId="e86fa4af96d1ebc5" providerId="LiveId" clId="{14C41556-12A4-4AC4-947B-9F98EBAD3DA5}" dt="2026-05-13T17:21:27.011" v="1625"/>
          <ac:spMkLst>
            <pc:docMk/>
            <pc:sldMk cId="421341027" sldId="269"/>
            <ac:spMk id="4" creationId="{8ACA3874-F084-551D-F4C6-372089AD60D5}"/>
          </ac:spMkLst>
        </pc:spChg>
        <pc:picChg chg="add mod ord">
          <ac:chgData name="maheshwarireddyops@outlook.com" userId="e86fa4af96d1ebc5" providerId="LiveId" clId="{14C41556-12A4-4AC4-947B-9F98EBAD3DA5}" dt="2026-05-13T17:21:27.011" v="1625"/>
          <ac:picMkLst>
            <pc:docMk/>
            <pc:sldMk cId="421341027" sldId="269"/>
            <ac:picMk id="6" creationId="{B16282CF-D0D4-3443-91E1-E1680768AFC2}"/>
          </ac:picMkLst>
        </pc:picChg>
      </pc:sldChg>
      <pc:sldChg chg="addSp delSp modSp new mod">
        <pc:chgData name="maheshwarireddyops@outlook.com" userId="e86fa4af96d1ebc5" providerId="LiveId" clId="{14C41556-12A4-4AC4-947B-9F98EBAD3DA5}" dt="2026-05-13T17:29:18.407" v="1961" actId="14100"/>
        <pc:sldMkLst>
          <pc:docMk/>
          <pc:sldMk cId="194506454" sldId="270"/>
        </pc:sldMkLst>
        <pc:spChg chg="mod">
          <ac:chgData name="maheshwarireddyops@outlook.com" userId="e86fa4af96d1ebc5" providerId="LiveId" clId="{14C41556-12A4-4AC4-947B-9F98EBAD3DA5}" dt="2026-05-13T17:23:52.115" v="1674" actId="20577"/>
          <ac:spMkLst>
            <pc:docMk/>
            <pc:sldMk cId="194506454" sldId="270"/>
            <ac:spMk id="2" creationId="{C4BDBAD7-6655-E1A1-706B-A4B4BC10C8D2}"/>
          </ac:spMkLst>
        </pc:spChg>
        <pc:spChg chg="mod">
          <ac:chgData name="maheshwarireddyops@outlook.com" userId="e86fa4af96d1ebc5" providerId="LiveId" clId="{14C41556-12A4-4AC4-947B-9F98EBAD3DA5}" dt="2026-05-13T17:28:27.685" v="1955" actId="20577"/>
          <ac:spMkLst>
            <pc:docMk/>
            <pc:sldMk cId="194506454" sldId="270"/>
            <ac:spMk id="3" creationId="{A0396134-98CA-82EC-004E-A72DD1EEE755}"/>
          </ac:spMkLst>
        </pc:spChg>
        <pc:spChg chg="del mod">
          <ac:chgData name="maheshwarireddyops@outlook.com" userId="e86fa4af96d1ebc5" providerId="LiveId" clId="{14C41556-12A4-4AC4-947B-9F98EBAD3DA5}" dt="2026-05-13T17:29:00.140" v="1956"/>
          <ac:spMkLst>
            <pc:docMk/>
            <pc:sldMk cId="194506454" sldId="270"/>
            <ac:spMk id="4" creationId="{04E3FDAE-944E-8F3F-1656-23AD6DACFA53}"/>
          </ac:spMkLst>
        </pc:spChg>
        <pc:picChg chg="add mod">
          <ac:chgData name="maheshwarireddyops@outlook.com" userId="e86fa4af96d1ebc5" providerId="LiveId" clId="{14C41556-12A4-4AC4-947B-9F98EBAD3DA5}" dt="2026-05-13T17:29:18.407" v="1961" actId="14100"/>
          <ac:picMkLst>
            <pc:docMk/>
            <pc:sldMk cId="194506454" sldId="270"/>
            <ac:picMk id="5" creationId="{2AB75AF5-A99D-EB7C-0FA7-3328196916F6}"/>
          </ac:picMkLst>
        </pc:picChg>
      </pc:sldChg>
      <pc:sldChg chg="addSp delSp modSp new mod">
        <pc:chgData name="maheshwarireddyops@outlook.com" userId="e86fa4af96d1ebc5" providerId="LiveId" clId="{14C41556-12A4-4AC4-947B-9F98EBAD3DA5}" dt="2026-05-13T17:36:50.083" v="2421" actId="14100"/>
        <pc:sldMkLst>
          <pc:docMk/>
          <pc:sldMk cId="85429078" sldId="271"/>
        </pc:sldMkLst>
        <pc:spChg chg="mod">
          <ac:chgData name="maheshwarireddyops@outlook.com" userId="e86fa4af96d1ebc5" providerId="LiveId" clId="{14C41556-12A4-4AC4-947B-9F98EBAD3DA5}" dt="2026-05-13T17:29:54.606" v="1988" actId="20577"/>
          <ac:spMkLst>
            <pc:docMk/>
            <pc:sldMk cId="85429078" sldId="271"/>
            <ac:spMk id="2" creationId="{CE5C77F4-E64D-D69A-204F-95EAB6B66EF8}"/>
          </ac:spMkLst>
        </pc:spChg>
        <pc:spChg chg="mod">
          <ac:chgData name="maheshwarireddyops@outlook.com" userId="e86fa4af96d1ebc5" providerId="LiveId" clId="{14C41556-12A4-4AC4-947B-9F98EBAD3DA5}" dt="2026-05-13T17:35:58.116" v="2418" actId="20577"/>
          <ac:spMkLst>
            <pc:docMk/>
            <pc:sldMk cId="85429078" sldId="271"/>
            <ac:spMk id="3" creationId="{D007E8BF-EB87-4571-8FDE-D319030EAF5E}"/>
          </ac:spMkLst>
        </pc:spChg>
        <pc:spChg chg="del">
          <ac:chgData name="maheshwarireddyops@outlook.com" userId="e86fa4af96d1ebc5" providerId="LiveId" clId="{14C41556-12A4-4AC4-947B-9F98EBAD3DA5}" dt="2026-05-13T17:36:45.485" v="2420"/>
          <ac:spMkLst>
            <pc:docMk/>
            <pc:sldMk cId="85429078" sldId="271"/>
            <ac:spMk id="4" creationId="{3715AE49-3455-CE2F-8398-D71F51D11E46}"/>
          </ac:spMkLst>
        </pc:spChg>
        <pc:picChg chg="add mod ord">
          <ac:chgData name="maheshwarireddyops@outlook.com" userId="e86fa4af96d1ebc5" providerId="LiveId" clId="{14C41556-12A4-4AC4-947B-9F98EBAD3DA5}" dt="2026-05-13T17:36:50.083" v="2421" actId="14100"/>
          <ac:picMkLst>
            <pc:docMk/>
            <pc:sldMk cId="85429078" sldId="271"/>
            <ac:picMk id="6" creationId="{915B16D5-50C0-FFC7-7EB4-700D5B27AB96}"/>
          </ac:picMkLst>
        </pc:picChg>
      </pc:sldChg>
      <pc:sldChg chg="new del">
        <pc:chgData name="maheshwarireddyops@outlook.com" userId="e86fa4af96d1ebc5" providerId="LiveId" clId="{14C41556-12A4-4AC4-947B-9F98EBAD3DA5}" dt="2026-05-13T17:37:09.442" v="2423" actId="2696"/>
        <pc:sldMkLst>
          <pc:docMk/>
          <pc:sldMk cId="2175964192" sldId="272"/>
        </pc:sldMkLst>
      </pc:sldChg>
      <pc:sldChg chg="modSp new mod">
        <pc:chgData name="maheshwarireddyops@outlook.com" userId="e86fa4af96d1ebc5" providerId="LiveId" clId="{14C41556-12A4-4AC4-947B-9F98EBAD3DA5}" dt="2026-05-13T17:38:14.240" v="2498" actId="20577"/>
        <pc:sldMkLst>
          <pc:docMk/>
          <pc:sldMk cId="2204227109" sldId="272"/>
        </pc:sldMkLst>
        <pc:spChg chg="mod">
          <ac:chgData name="maheshwarireddyops@outlook.com" userId="e86fa4af96d1ebc5" providerId="LiveId" clId="{14C41556-12A4-4AC4-947B-9F98EBAD3DA5}" dt="2026-05-13T17:38:14.240" v="2498" actId="20577"/>
          <ac:spMkLst>
            <pc:docMk/>
            <pc:sldMk cId="2204227109" sldId="272"/>
            <ac:spMk id="3" creationId="{A7D771B2-AAEE-E4D6-E9E4-A1A28494B27F}"/>
          </ac:spMkLst>
        </pc:spChg>
      </pc:sldChg>
      <pc:sldChg chg="new del">
        <pc:chgData name="maheshwarireddyops@outlook.com" userId="e86fa4af96d1ebc5" providerId="LiveId" clId="{14C41556-12A4-4AC4-947B-9F98EBAD3DA5}" dt="2026-05-13T17:37:35.135" v="2426" actId="2696"/>
        <pc:sldMkLst>
          <pc:docMk/>
          <pc:sldMk cId="3449318659" sldId="272"/>
        </pc:sldMkLst>
      </pc:sldChg>
      <pc:sldChg chg="new del">
        <pc:chgData name="maheshwarireddyops@outlook.com" userId="e86fa4af96d1ebc5" providerId="LiveId" clId="{14C41556-12A4-4AC4-947B-9F98EBAD3DA5}" dt="2026-05-13T17:37:37.953" v="2427" actId="2696"/>
        <pc:sldMkLst>
          <pc:docMk/>
          <pc:sldMk cId="275941800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79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8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29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4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60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19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71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5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40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95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10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D9F97EB-BF71-4014-9F02-A0711EBADB21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7818076-4453-4A8A-9DED-845BEEA4D62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984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DF19-D66B-4831-A10F-F747A38A7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WEBSERVER AND APPSERVERS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421FA-C963-CD9A-6303-C4B7A8875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271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EC8D-AE61-3799-3449-A9E31031D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355244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WEBSERVER:</a:t>
            </a:r>
            <a:br>
              <a:rPr lang="en-US" sz="3600" dirty="0"/>
            </a:br>
            <a:r>
              <a:rPr lang="en-US" sz="3600" dirty="0"/>
              <a:t>    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B8E80-AC40-604D-E674-23E548346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92808"/>
            <a:ext cx="8946541" cy="4355591"/>
          </a:xfrm>
        </p:spPr>
        <p:txBody>
          <a:bodyPr>
            <a:normAutofit/>
          </a:bodyPr>
          <a:lstStyle/>
          <a:p>
            <a:r>
              <a:rPr lang="en-US" sz="3200" dirty="0"/>
              <a:t>Web servers will help us to manage / deploy statis websites</a:t>
            </a:r>
          </a:p>
          <a:p>
            <a:r>
              <a:rPr lang="en-US" sz="3200" dirty="0"/>
              <a:t>Types of webservers:</a:t>
            </a:r>
          </a:p>
          <a:p>
            <a:pPr marL="0" indent="0">
              <a:buNone/>
            </a:pPr>
            <a:r>
              <a:rPr lang="en-US" sz="3200" dirty="0"/>
              <a:t>          </a:t>
            </a:r>
            <a:r>
              <a:rPr lang="en-US" sz="3200" dirty="0" err="1"/>
              <a:t>apache</a:t>
            </a:r>
            <a:r>
              <a:rPr lang="en-US" sz="3200" dirty="0"/>
              <a:t> http</a:t>
            </a:r>
          </a:p>
          <a:p>
            <a:pPr marL="0" indent="0">
              <a:buNone/>
            </a:pPr>
            <a:r>
              <a:rPr lang="en-US" sz="3200" dirty="0"/>
              <a:t>          Nginx</a:t>
            </a:r>
          </a:p>
          <a:p>
            <a:pPr marL="0" indent="0">
              <a:buNone/>
            </a:pPr>
            <a:r>
              <a:rPr lang="en-US" sz="3200" dirty="0"/>
              <a:t>          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4052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A86B-99EF-0866-ADF3-B1A0F147C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APP servers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83DA-7F2B-9637-F2D1-E8C94993B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App servers are used to deploy the dynamic websites.</a:t>
            </a:r>
          </a:p>
          <a:p>
            <a:r>
              <a:rPr lang="en-US" sz="2800" dirty="0"/>
              <a:t>Types of </a:t>
            </a:r>
            <a:r>
              <a:rPr lang="en-US" sz="2800" dirty="0" err="1"/>
              <a:t>appservers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</a:t>
            </a:r>
            <a:r>
              <a:rPr lang="en-US" sz="2800" dirty="0" err="1"/>
              <a:t>apache</a:t>
            </a:r>
            <a:r>
              <a:rPr lang="en-US" sz="2800" dirty="0"/>
              <a:t> tomcat</a:t>
            </a:r>
          </a:p>
          <a:p>
            <a:pPr marL="0" indent="0">
              <a:buNone/>
            </a:pPr>
            <a:r>
              <a:rPr lang="en-US" sz="2800" dirty="0"/>
              <a:t>        </a:t>
            </a:r>
            <a:r>
              <a:rPr lang="en-US" sz="2800" dirty="0" err="1"/>
              <a:t>jboss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</a:t>
            </a:r>
            <a:r>
              <a:rPr lang="en-US" sz="2800" dirty="0" err="1"/>
              <a:t>weblogic</a:t>
            </a:r>
            <a:endParaRPr lang="en-US" sz="28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3048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907D-05FA-CA90-E650-E49ABD64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webserver and </a:t>
            </a:r>
            <a:r>
              <a:rPr lang="en-US" dirty="0" err="1"/>
              <a:t>appserver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E91B1-8AB6-272F-718C-E8F90192F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Both are web servers and used to deploy/serve static content.</a:t>
            </a:r>
          </a:p>
          <a:p>
            <a:r>
              <a:rPr lang="en-US" sz="2800" dirty="0"/>
              <a:t>Nginx is faster than </a:t>
            </a:r>
            <a:r>
              <a:rPr lang="en-US" sz="2800" dirty="0" err="1"/>
              <a:t>apache</a:t>
            </a:r>
            <a:r>
              <a:rPr lang="en-US" sz="2800" dirty="0"/>
              <a:t>.</a:t>
            </a:r>
          </a:p>
          <a:p>
            <a:r>
              <a:rPr lang="en-US" sz="2800" dirty="0"/>
              <a:t>Nginx can be used as load balancer and no extra configurations are required.</a:t>
            </a:r>
          </a:p>
          <a:p>
            <a:r>
              <a:rPr lang="en-US" sz="2800" dirty="0"/>
              <a:t>Apache can be used as load balancer and extra configurations are required.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99217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4159-D589-43C8-1320-E6BAAC71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nginx and run nginx on port number 81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49A12-F356-C50C-C683-4574069567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Yum update –y</a:t>
            </a:r>
          </a:p>
          <a:p>
            <a:r>
              <a:rPr lang="en-US" dirty="0"/>
              <a:t>Yum install nginx –y</a:t>
            </a:r>
          </a:p>
          <a:p>
            <a:r>
              <a:rPr lang="en-US" dirty="0"/>
              <a:t>Default port number : 80</a:t>
            </a:r>
          </a:p>
          <a:p>
            <a:r>
              <a:rPr lang="en-US" dirty="0"/>
              <a:t>To change the port number from 80 to 81, we have to configure the /</a:t>
            </a:r>
            <a:r>
              <a:rPr lang="en-US" dirty="0" err="1"/>
              <a:t>usr</a:t>
            </a:r>
            <a:r>
              <a:rPr lang="en-US" dirty="0"/>
              <a:t>/nginx/</a:t>
            </a:r>
            <a:r>
              <a:rPr lang="en-US" dirty="0" err="1"/>
              <a:t>nginx.conf</a:t>
            </a:r>
            <a:endParaRPr lang="en-US" dirty="0"/>
          </a:p>
          <a:p>
            <a:r>
              <a:rPr lang="en-US" dirty="0"/>
              <a:t>Default deployment location /</a:t>
            </a:r>
            <a:r>
              <a:rPr lang="en-US" dirty="0" err="1"/>
              <a:t>usr</a:t>
            </a:r>
            <a:r>
              <a:rPr lang="en-US" dirty="0"/>
              <a:t>/share/nginx/html, to deploy a sample app we have to edit the index.html file</a:t>
            </a:r>
          </a:p>
          <a:p>
            <a:r>
              <a:rPr lang="en-US" dirty="0" err="1"/>
              <a:t>Systemctl</a:t>
            </a:r>
            <a:r>
              <a:rPr lang="en-US" dirty="0"/>
              <a:t> enable nginx</a:t>
            </a:r>
          </a:p>
          <a:p>
            <a:r>
              <a:rPr lang="en-US" dirty="0" err="1"/>
              <a:t>Systemctl</a:t>
            </a:r>
            <a:r>
              <a:rPr lang="en-US" dirty="0"/>
              <a:t> start nginx</a:t>
            </a:r>
          </a:p>
          <a:p>
            <a:r>
              <a:rPr lang="en-US" dirty="0" err="1"/>
              <a:t>Systemctl</a:t>
            </a:r>
            <a:r>
              <a:rPr lang="en-US" dirty="0"/>
              <a:t> status nginx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819E08-40AB-6A55-EB53-7CB0BD7776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955" y="2228003"/>
            <a:ext cx="5422900" cy="350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0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F535-6EB9-5DE6-8DF1-B6AC896E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apache</a:t>
            </a:r>
            <a:r>
              <a:rPr lang="en-US" dirty="0"/>
              <a:t> and run </a:t>
            </a:r>
            <a:r>
              <a:rPr lang="en-US" dirty="0" err="1"/>
              <a:t>apache</a:t>
            </a:r>
            <a:r>
              <a:rPr lang="en-US" dirty="0"/>
              <a:t> on port number 82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D29B3-75D0-F878-6007-9A392A140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422390" cy="36330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yum update –y</a:t>
            </a:r>
          </a:p>
          <a:p>
            <a:r>
              <a:rPr lang="en-US" dirty="0"/>
              <a:t>Yum install httpd</a:t>
            </a:r>
          </a:p>
          <a:p>
            <a:r>
              <a:rPr lang="en-US" dirty="0"/>
              <a:t>Default port number : 80</a:t>
            </a:r>
          </a:p>
          <a:p>
            <a:r>
              <a:rPr lang="en-US" dirty="0"/>
              <a:t>To change the port number from 80 to 82, we have to configure /</a:t>
            </a:r>
            <a:r>
              <a:rPr lang="en-US" dirty="0" err="1"/>
              <a:t>usr</a:t>
            </a:r>
            <a:r>
              <a:rPr lang="en-US" dirty="0"/>
              <a:t>/httpd/</a:t>
            </a:r>
            <a:r>
              <a:rPr lang="en-US" dirty="0" err="1"/>
              <a:t>httpd.conf</a:t>
            </a:r>
            <a:endParaRPr lang="en-US" dirty="0"/>
          </a:p>
          <a:p>
            <a:r>
              <a:rPr lang="en-US" dirty="0"/>
              <a:t>Default deployment location /</a:t>
            </a:r>
            <a:r>
              <a:rPr lang="en-US" dirty="0" err="1"/>
              <a:t>usr</a:t>
            </a:r>
            <a:r>
              <a:rPr lang="en-US" dirty="0"/>
              <a:t>/share/httpd/html, we have to edit the index.html</a:t>
            </a:r>
          </a:p>
          <a:p>
            <a:r>
              <a:rPr lang="en-US" dirty="0" err="1"/>
              <a:t>systemctl</a:t>
            </a:r>
            <a:r>
              <a:rPr lang="en-US" dirty="0"/>
              <a:t> enable httpd</a:t>
            </a:r>
          </a:p>
          <a:p>
            <a:r>
              <a:rPr lang="en-US" dirty="0" err="1"/>
              <a:t>systemctl</a:t>
            </a:r>
            <a:r>
              <a:rPr lang="en-US" dirty="0"/>
              <a:t> start httpd</a:t>
            </a:r>
          </a:p>
          <a:p>
            <a:r>
              <a:rPr lang="en-US" dirty="0" err="1"/>
              <a:t>systemctl</a:t>
            </a:r>
            <a:r>
              <a:rPr lang="en-US" dirty="0"/>
              <a:t> status httpd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0292E6-0C67-B7BC-288B-B8A4AC3E01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2228004"/>
            <a:ext cx="5422900" cy="37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9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EAF3-F4C4-A656-64FE-E3E4E392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Install </a:t>
            </a:r>
            <a:r>
              <a:rPr lang="en-US" sz="3200" dirty="0" err="1"/>
              <a:t>apache</a:t>
            </a:r>
            <a:r>
              <a:rPr lang="en-US" sz="3200" dirty="0"/>
              <a:t> tomcat on port number 8082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7622-B9DC-5D0E-0AA6-94123DA48D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Firstofall</a:t>
            </a:r>
            <a:r>
              <a:rPr lang="en-US" dirty="0"/>
              <a:t> download java version 17 -&gt; yum install java-17</a:t>
            </a:r>
          </a:p>
          <a:p>
            <a:r>
              <a:rPr lang="en-US" dirty="0"/>
              <a:t>And then download tomcat using </a:t>
            </a:r>
            <a:r>
              <a:rPr lang="en-US" dirty="0" err="1"/>
              <a:t>wget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-to-the-tomcat</a:t>
            </a:r>
          </a:p>
          <a:p>
            <a:r>
              <a:rPr lang="en-US" dirty="0"/>
              <a:t>Extract the downloaded file by using tar command -&gt;</a:t>
            </a:r>
          </a:p>
          <a:p>
            <a:pPr marL="0" indent="0">
              <a:buNone/>
            </a:pPr>
            <a:r>
              <a:rPr lang="en-US" dirty="0"/>
              <a:t>Tar </a:t>
            </a:r>
            <a:r>
              <a:rPr lang="en-US" dirty="0" err="1"/>
              <a:t>xvf</a:t>
            </a:r>
            <a:r>
              <a:rPr lang="en-US" dirty="0"/>
              <a:t> </a:t>
            </a:r>
            <a:r>
              <a:rPr lang="en-US" dirty="0" err="1"/>
              <a:t>downloadedfile</a:t>
            </a:r>
            <a:endParaRPr lang="en-US" dirty="0"/>
          </a:p>
          <a:p>
            <a:r>
              <a:rPr lang="en-US" dirty="0"/>
              <a:t>use the startup.sh command to run the tomcat</a:t>
            </a:r>
          </a:p>
          <a:p>
            <a:r>
              <a:rPr lang="en-IN" dirty="0"/>
              <a:t>Change the port number 8080 to 8082 in /opt/tomcat/conf</a:t>
            </a:r>
          </a:p>
          <a:p>
            <a:r>
              <a:rPr lang="en-IN" dirty="0"/>
              <a:t>then execute commands shutdown.sh and startup.sh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C1250A-71B4-2CAB-D959-B30DCF5043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2535573"/>
            <a:ext cx="5422900" cy="301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2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D05A-C2C9-9B9E-B475-8855DC20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Deploy a sample app on webapps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D742-761E-96AE-8261-FBFAEA23AF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/opt/tomcat/webapps</a:t>
            </a:r>
          </a:p>
          <a:p>
            <a:r>
              <a:rPr lang="en-US" sz="2400" dirty="0"/>
              <a:t>Download the sample war file from web by using </a:t>
            </a:r>
            <a:r>
              <a:rPr lang="en-US" sz="2400" dirty="0" err="1"/>
              <a:t>wget</a:t>
            </a:r>
            <a:endParaRPr lang="en-US" sz="2400" dirty="0"/>
          </a:p>
          <a:p>
            <a:r>
              <a:rPr lang="en-US" sz="2400" dirty="0"/>
              <a:t>We can access this by publicip:8082</a:t>
            </a:r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6282CF-D0D4-3443-91E1-E1680768AF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2562599"/>
            <a:ext cx="5422900" cy="296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1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BAD7-6655-E1A1-706B-A4B4BC10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Create a </a:t>
            </a:r>
            <a:r>
              <a:rPr lang="en-US" sz="3200" dirty="0" err="1"/>
              <a:t>tomcat.servicefile</a:t>
            </a:r>
            <a:r>
              <a:rPr lang="en-US" sz="3200" dirty="0"/>
              <a:t> for tomcat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96134-98CA-82EC-004E-A72DD1EEE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011681"/>
            <a:ext cx="5422390" cy="3849370"/>
          </a:xfrm>
        </p:spPr>
        <p:txBody>
          <a:bodyPr>
            <a:normAutofit/>
          </a:bodyPr>
          <a:lstStyle/>
          <a:p>
            <a:r>
              <a:rPr lang="en-US" sz="2000" dirty="0"/>
              <a:t>Create </a:t>
            </a:r>
            <a:r>
              <a:rPr lang="en-US" sz="2000" dirty="0" err="1"/>
              <a:t>tomcat.service</a:t>
            </a:r>
            <a:r>
              <a:rPr lang="en-US" sz="2000" dirty="0"/>
              <a:t> file in /</a:t>
            </a:r>
            <a:r>
              <a:rPr lang="en-US" sz="2000" dirty="0" err="1"/>
              <a:t>etc</a:t>
            </a:r>
            <a:r>
              <a:rPr lang="en-US" sz="2000" dirty="0"/>
              <a:t>/system/system</a:t>
            </a:r>
          </a:p>
          <a:p>
            <a:r>
              <a:rPr lang="en-US" sz="2000" dirty="0"/>
              <a:t>Add a user tomcat by </a:t>
            </a:r>
            <a:r>
              <a:rPr lang="en-US" sz="2000" dirty="0" err="1"/>
              <a:t>adduser</a:t>
            </a:r>
            <a:r>
              <a:rPr lang="en-US" sz="2000" dirty="0"/>
              <a:t> command and change the ownership of the downloaded tomcat file to tomcat user</a:t>
            </a:r>
          </a:p>
          <a:p>
            <a:r>
              <a:rPr lang="en-US" sz="2000" dirty="0" err="1"/>
              <a:t>systemctl</a:t>
            </a:r>
            <a:r>
              <a:rPr lang="en-US" sz="2000" dirty="0"/>
              <a:t> daemon-reload </a:t>
            </a:r>
          </a:p>
          <a:p>
            <a:r>
              <a:rPr lang="en-US" sz="2000" dirty="0" err="1"/>
              <a:t>systemctl</a:t>
            </a:r>
            <a:r>
              <a:rPr lang="en-US" sz="2000" dirty="0"/>
              <a:t> enable tomcat</a:t>
            </a:r>
          </a:p>
          <a:p>
            <a:r>
              <a:rPr lang="en-IN" sz="2000" dirty="0" err="1"/>
              <a:t>systemctl</a:t>
            </a:r>
            <a:r>
              <a:rPr lang="en-IN" sz="2000" dirty="0"/>
              <a:t> start tomcat</a:t>
            </a:r>
          </a:p>
          <a:p>
            <a:r>
              <a:rPr lang="en-IN" sz="2000" dirty="0" err="1"/>
              <a:t>systemctl</a:t>
            </a:r>
            <a:r>
              <a:rPr lang="en-IN" sz="2000" dirty="0"/>
              <a:t> status tomcat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B75AF5-A99D-EB7C-0FA7-3328196916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419" y="2103120"/>
            <a:ext cx="5422555" cy="3941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506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77F4-E64D-D69A-204F-95EAB6B6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Configure </a:t>
            </a:r>
            <a:r>
              <a:rPr lang="en-US" sz="3200" dirty="0" err="1"/>
              <a:t>haproxy</a:t>
            </a:r>
            <a:r>
              <a:rPr lang="en-US" sz="3200" dirty="0"/>
              <a:t> server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7E8BF-EB87-4571-8FDE-D319030EAF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Launch 3 instances server1, server2 and </a:t>
            </a:r>
            <a:r>
              <a:rPr lang="en-US" dirty="0" err="1"/>
              <a:t>haproxy</a:t>
            </a:r>
            <a:r>
              <a:rPr lang="en-US" dirty="0"/>
              <a:t> server</a:t>
            </a:r>
          </a:p>
          <a:p>
            <a:r>
              <a:rPr lang="en-US" dirty="0"/>
              <a:t>Configuration of server1 and server2 are same and add </a:t>
            </a:r>
            <a:r>
              <a:rPr lang="en-US" dirty="0" err="1"/>
              <a:t>publicip</a:t>
            </a:r>
            <a:r>
              <a:rPr lang="en-US" dirty="0"/>
              <a:t> of </a:t>
            </a:r>
            <a:r>
              <a:rPr lang="en-US" dirty="0" err="1"/>
              <a:t>haproxy</a:t>
            </a:r>
            <a:r>
              <a:rPr lang="en-US" dirty="0"/>
              <a:t> server as </a:t>
            </a:r>
            <a:r>
              <a:rPr lang="en-US" dirty="0" err="1"/>
              <a:t>loadbalancer</a:t>
            </a:r>
            <a:r>
              <a:rPr lang="en-US" dirty="0"/>
              <a:t> </a:t>
            </a:r>
          </a:p>
          <a:p>
            <a:r>
              <a:rPr lang="en-US" dirty="0"/>
              <a:t>On server1 launch httpd service and on server2 launch nginx service</a:t>
            </a:r>
          </a:p>
          <a:p>
            <a:r>
              <a:rPr lang="en-US" dirty="0"/>
              <a:t>Run ping command on both servers to create a connectivity with </a:t>
            </a:r>
            <a:r>
              <a:rPr lang="en-US" dirty="0" err="1"/>
              <a:t>haproxy</a:t>
            </a:r>
            <a:r>
              <a:rPr lang="en-US" dirty="0"/>
              <a:t> server</a:t>
            </a:r>
          </a:p>
          <a:p>
            <a:r>
              <a:rPr lang="en-US" dirty="0"/>
              <a:t>Add public </a:t>
            </a:r>
            <a:r>
              <a:rPr lang="en-US" dirty="0" err="1"/>
              <a:t>ips</a:t>
            </a:r>
            <a:r>
              <a:rPr lang="en-US" dirty="0"/>
              <a:t> of both servers in </a:t>
            </a:r>
            <a:r>
              <a:rPr lang="en-US" dirty="0" err="1"/>
              <a:t>haproxy.cfg</a:t>
            </a:r>
            <a:r>
              <a:rPr lang="en-US" dirty="0"/>
              <a:t> file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5B16D5-50C0-FFC7-7EB4-700D5B27AB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2112264"/>
            <a:ext cx="5422900" cy="319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2AF1-2EC8-A5A6-2923-327CCD5E0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771B2-AAEE-E4D6-E9E4-A1A28494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                     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20422710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100</TotalTime>
  <Words>469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Gill Sans MT</vt:lpstr>
      <vt:lpstr>Wingdings 2</vt:lpstr>
      <vt:lpstr>Dividend</vt:lpstr>
      <vt:lpstr>WEBSERVER AND APPSERVERS</vt:lpstr>
      <vt:lpstr>  WEBSERVER:     </vt:lpstr>
      <vt:lpstr>APP servers</vt:lpstr>
      <vt:lpstr>Difference between webserver and appserver</vt:lpstr>
      <vt:lpstr>Install nginx and run nginx on port number 81</vt:lpstr>
      <vt:lpstr>Install apache and run apache on port number 82</vt:lpstr>
      <vt:lpstr>Install apache tomcat on port number 8082</vt:lpstr>
      <vt:lpstr>Deploy a sample app on webapps</vt:lpstr>
      <vt:lpstr>Create a tomcat.servicefile for tomcat</vt:lpstr>
      <vt:lpstr>Configure haproxy server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maheshwarireddyops@outlook.com</dc:creator>
  <cp:lastModifiedBy>maheshwarireddyops@outlook.com</cp:lastModifiedBy>
  <cp:revision>1</cp:revision>
  <dcterms:created xsi:type="dcterms:W3CDTF">2026-05-13T10:51:02Z</dcterms:created>
  <dcterms:modified xsi:type="dcterms:W3CDTF">2026-05-13T17:39:00Z</dcterms:modified>
</cp:coreProperties>
</file>